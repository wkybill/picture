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78475" cy="92487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Q20260623-080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78475" cy="924877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590925" y="2571750"/>
            <a:ext cx="1028700" cy="10287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ky_phot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619375"/>
            <a:ext cx="933450" cy="933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0" y="2628900"/>
            <a:ext cx="22860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Microsoft YaHei"/>
              </a:defRPr>
            </a:pPr>
            <a:r>
              <a:t>吴锴烨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0" y="7239000"/>
            <a:ext cx="11715750" cy="1000125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3F8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7125" y="7410450"/>
            <a:ext cx="110490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900">
                <a:solidFill>
                  <a:srgbClr val="2667D6"/>
                </a:solidFill>
                <a:latin typeface="Microsoft YaHei"/>
              </a:rPr>
              <a:t>寄语：</a:t>
            </a:r>
            <a:r>
              <a:rPr sz="1900">
                <a:solidFill>
                  <a:srgbClr val="253760"/>
                </a:solidFill>
                <a:latin typeface="Arial"/>
              </a:rPr>
              <a:t>Maybe not today, maybe not tomorrow, maybe not next month, but one day I will be a champion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