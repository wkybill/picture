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0" y="822960"/>
            <a:ext cx="3840480" cy="4663440"/>
          </a:xfrm>
          <a:prstGeom prst="ellipse">
            <a:avLst/>
          </a:prstGeom>
          <a:solidFill>
            <a:srgbClr val="DCE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03920" y="502920"/>
            <a:ext cx="3566160" cy="5303520"/>
          </a:xfrm>
          <a:prstGeom prst="ellipse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0320" y="91440"/>
            <a:ext cx="5760720" cy="1051560"/>
          </a:xfrm>
          <a:prstGeom prst="ellipse">
            <a:avLst/>
          </a:prstGeom>
          <a:solidFill>
            <a:srgbClr val="EB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0" y="6355080"/>
            <a:ext cx="12188952" cy="502920"/>
          </a:xfrm>
          <a:prstGeom prst="ellipse">
            <a:avLst/>
          </a:prstGeom>
          <a:solidFill>
            <a:srgbClr val="E2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2880" y="155448"/>
            <a:ext cx="429768" cy="429768"/>
          </a:xfrm>
          <a:prstGeom prst="ellipse">
            <a:avLst/>
          </a:prstGeom>
          <a:noFill/>
          <a:ln w="17780">
            <a:solidFill>
              <a:srgbClr val="EEB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6032" y="228600"/>
            <a:ext cx="283464" cy="283464"/>
          </a:xfrm>
          <a:prstGeom prst="ellipse">
            <a:avLst/>
          </a:prstGeom>
          <a:noFill/>
          <a:ln w="12700">
            <a:solidFill>
              <a:srgbClr val="EEB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5448"/>
            <a:ext cx="3474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EEBE7A"/>
                </a:solidFill>
                <a:latin typeface="Microsoft YaHei"/>
              </a:defRPr>
            </a:pPr>
            <a:r>
              <a:t>厦门大学海洋与地球学院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"/>
            <a:ext cx="3840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EEBE7A"/>
                </a:solidFill>
                <a:latin typeface="Arial"/>
              </a:defRPr>
            </a:pPr>
            <a:r>
              <a:t>College of Ocean and Earth Sciences, Xiamen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788920"/>
            <a:ext cx="2240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162E57"/>
                </a:solidFill>
                <a:latin typeface="Microsoft YaHei"/>
              </a:rPr>
              <a:t>吴锴烨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25496"/>
            <a:ext cx="2240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BEC3CA"/>
                </a:solidFill>
                <a:latin typeface="Microsoft YaHei"/>
              </a:rPr>
              <a:t>吴锴烨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32504" y="1024128"/>
            <a:ext cx="3611880" cy="50292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9352" y="950976"/>
            <a:ext cx="36118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ampion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" y="1033272"/>
            <a:ext cx="3447288" cy="486460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247888" y="1719072"/>
            <a:ext cx="2697480" cy="4498848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627632"/>
            <a:ext cx="2697480" cy="4498848"/>
          </a:xfrm>
          <a:prstGeom prst="rect">
            <a:avLst/>
          </a:prstGeom>
          <a:solidFill>
            <a:srgbClr val="FFFFFF"/>
          </a:solidFill>
          <a:ln w="15240">
            <a:solidFill>
              <a:srgbClr val="EA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19072"/>
            <a:ext cx="2514600" cy="4315968"/>
          </a:xfrm>
          <a:prstGeom prst="rect">
            <a:avLst/>
          </a:prstGeom>
          <a:solidFill>
            <a:srgbClr val="082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84708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CA44"/>
                </a:solidFill>
                <a:latin typeface="Georgia"/>
              </a:defRPr>
            </a:pPr>
            <a: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346704"/>
            <a:ext cx="640080" cy="2148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500" b="1">
                <a:solidFill>
                  <a:srgbClr val="FACF82"/>
                </a:solidFill>
                <a:latin typeface="Microsoft YaHei"/>
              </a:rPr>
              <a:t>勇攀高峰
再创佳绩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999" cy="27432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