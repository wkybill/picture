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CBB8D746E9284B96F10D7CB7DD1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6175" y="2723554"/>
            <a:ext cx="3123865" cy="1607343"/>
          </a:xfrm>
          <a:prstGeom prst="rect">
            <a:avLst/>
          </a:prstGeom>
          <a:solidFill>
            <a:srgbClr val="EF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4171" y="2700694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Microsoft YaHei UI"/>
              </a:rPr>
              <a:t>吴锴烨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8179" y="2700694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Microsoft YaHei UI"/>
              </a:rPr>
              <a:t>吴锴烨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171" y="2746414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Microsoft YaHei UI"/>
              </a:rPr>
              <a:t>吴锴烨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8179" y="2746414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Microsoft YaHei UI"/>
              </a:rPr>
              <a:t>吴锴烨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467" y="2773846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5F6978"/>
                </a:solidFill>
                <a:latin typeface="Microsoft YaHei UI"/>
              </a:rPr>
              <a:t>吴锴烨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175" y="2723554"/>
            <a:ext cx="3123865" cy="16073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172F56"/>
                </a:solidFill>
                <a:latin typeface="Microsoft YaHei UI"/>
              </a:rPr>
              <a:t>吴锴烨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20770" y="2144196"/>
            <a:ext cx="2534793" cy="4170164"/>
          </a:xfrm>
          <a:prstGeom prst="rect">
            <a:avLst/>
          </a:prstGeom>
          <a:solidFill>
            <a:srgbClr val="3C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2190" y="2075616"/>
            <a:ext cx="2580513" cy="42158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ky_photo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050" y="2098476"/>
            <a:ext cx="2534793" cy="417016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150574" y="2001964"/>
            <a:ext cx="2722225" cy="4518421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422" y="1928812"/>
            <a:ext cx="2722225" cy="4518421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66675" y="2009179"/>
            <a:ext cx="2552644" cy="4339828"/>
          </a:xfrm>
          <a:prstGeom prst="rect">
            <a:avLst/>
          </a:prstGeom>
          <a:solidFill>
            <a:srgbClr val="082D66"/>
          </a:solidFill>
          <a:ln>
            <a:solidFill>
              <a:srgbClr val="08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7843" y="2100619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C32D"/>
                </a:solidFill>
                <a:latin typeface="Georgia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6715" y="3289339"/>
            <a:ext cx="1912564" cy="2739628"/>
          </a:xfrm>
          <a:prstGeom prst="rect">
            <a:avLst/>
          </a:prstGeom>
          <a:noFill/>
        </p:spPr>
        <p:txBody>
          <a:bodyPr wrap="square" lIns="45720" rIns="4572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1300"/>
              </a:spcAft>
            </a:pPr>
            <a:r>
              <a:rPr sz="2400" b="1">
                <a:solidFill>
                  <a:srgbClr val="F4C979"/>
                </a:solidFill>
                <a:latin typeface="Aptos Display"/>
              </a:rPr>
              <a:t>Maybe not today</a:t>
            </a:r>
          </a:p>
          <a:p>
            <a:pPr algn="ctr">
              <a:lnSpc>
                <a:spcPct val="105000"/>
              </a:lnSpc>
              <a:spcAft>
                <a:spcPts val="1300"/>
              </a:spcAft>
            </a:pPr>
            <a:r>
              <a:rPr sz="2400" b="1">
                <a:solidFill>
                  <a:srgbClr val="F4C979"/>
                </a:solidFill>
                <a:latin typeface="Aptos Display"/>
              </a:rPr>
              <a:t>maybe not tomorrow</a:t>
            </a:r>
          </a:p>
          <a:p>
            <a:pPr algn="ctr">
              <a:lnSpc>
                <a:spcPct val="105000"/>
              </a:lnSpc>
              <a:spcAft>
                <a:spcPts val="1300"/>
              </a:spcAft>
            </a:pPr>
            <a:r>
              <a:rPr sz="2400" b="1">
                <a:solidFill>
                  <a:srgbClr val="F4C979"/>
                </a:solidFill>
                <a:latin typeface="Aptos Display"/>
              </a:rPr>
              <a:t>maybe not next month</a:t>
            </a:r>
          </a:p>
          <a:p>
            <a:pPr algn="ctr">
              <a:lnSpc>
                <a:spcPct val="105000"/>
              </a:lnSpc>
              <a:spcAft>
                <a:spcPts val="1300"/>
              </a:spcAft>
            </a:pPr>
            <a:r>
              <a:rPr sz="2100" b="1">
                <a:solidFill>
                  <a:srgbClr val="F4C979"/>
                </a:solidFill>
                <a:latin typeface="Aptos Display"/>
              </a:rPr>
              <a:t>but one day I will be a champion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