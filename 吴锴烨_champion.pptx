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93594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CBB8D746E9284B96F10D7CB7DD1D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935949"/>
          </a:xfrm>
          <a:prstGeom prst="rect">
            <a:avLst/>
          </a:prstGeom>
        </p:spPr>
      </p:pic>
      <p:pic>
        <p:nvPicPr>
          <p:cNvPr id="3" name="Picture 2" descr="wkybill_photo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304" y="1049937"/>
            <a:ext cx="3569786" cy="56060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265869" y="2029878"/>
            <a:ext cx="2564392" cy="4377920"/>
          </a:xfrm>
          <a:prstGeom prst="rect">
            <a:avLst/>
          </a:prstGeom>
          <a:solidFill>
            <a:srgbClr val="112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1787" y="2748926"/>
            <a:ext cx="2990730" cy="1450822"/>
          </a:xfrm>
          <a:prstGeom prst="round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6325" y="2927097"/>
            <a:ext cx="2736200" cy="10817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6000">
                <a:solidFill>
                  <a:srgbClr val="1F3E75"/>
                </a:solidFill>
                <a:latin typeface="Microsoft YaHei"/>
              </a:rPr>
              <a:t>吴锴烨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63130" y="2188960"/>
            <a:ext cx="509060" cy="5090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200">
                <a:solidFill>
                  <a:srgbClr val="FFC840"/>
                </a:solidFill>
                <a:latin typeface="Georg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1310" y="2736200"/>
            <a:ext cx="2099874" cy="2990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00"/>
              </a:lnSpc>
              <a:spcAft>
                <a:spcPts val="800"/>
              </a:spcAft>
            </a:pPr>
            <a:r>
              <a:rPr i="1" sz="1800">
                <a:solidFill>
                  <a:srgbClr val="F7C67E"/>
                </a:solidFill>
                <a:latin typeface="Georgia"/>
              </a:rPr>
              <a:t>Maybe not today</a:t>
            </a:r>
          </a:p>
          <a:p>
            <a:pPr algn="ctr">
              <a:lnSpc>
                <a:spcPts val="2600"/>
              </a:lnSpc>
              <a:spcAft>
                <a:spcPts val="800"/>
              </a:spcAft>
            </a:pPr>
            <a:r>
              <a:rPr i="1" sz="1800">
                <a:solidFill>
                  <a:srgbClr val="F7C67E"/>
                </a:solidFill>
                <a:latin typeface="Georgia"/>
              </a:rPr>
              <a:t>maybe not tomorrow</a:t>
            </a:r>
          </a:p>
          <a:p>
            <a:pPr algn="ctr">
              <a:lnSpc>
                <a:spcPts val="2600"/>
              </a:lnSpc>
              <a:spcAft>
                <a:spcPts val="800"/>
              </a:spcAft>
            </a:pPr>
            <a:r>
              <a:rPr i="1" sz="1800">
                <a:solidFill>
                  <a:srgbClr val="F7C67E"/>
                </a:solidFill>
                <a:latin typeface="Georgia"/>
              </a:rPr>
              <a:t>maybe not next month</a:t>
            </a:r>
          </a:p>
          <a:p>
            <a:pPr algn="ctr">
              <a:lnSpc>
                <a:spcPts val="2600"/>
              </a:lnSpc>
              <a:spcAft>
                <a:spcPts val="800"/>
              </a:spcAft>
            </a:pPr>
            <a:r>
              <a:rPr i="1" sz="1800">
                <a:solidFill>
                  <a:srgbClr val="F7C67E"/>
                </a:solidFill>
                <a:latin typeface="Georgia"/>
              </a:rPr>
              <a:t>but one day I will be a champion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