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05498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吴锴烨_champion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05498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